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59" d="100"/>
          <a:sy n="59" d="100"/>
        </p:scale>
        <p:origin x="26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2603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1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0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452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523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912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406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488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159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41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995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93E31-AB3C-4FA1-A9CF-F50B07F3E3D4}" type="datetimeFigureOut">
              <a:rPr lang="en-AU" smtClean="0"/>
              <a:t>2/04/2026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48C88-CE28-49B5-BC6A-FC0BB5E5B4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16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C950-EDB8-F7C2-A950-92B53651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10342"/>
            <a:ext cx="5829300" cy="884163"/>
          </a:xfrm>
        </p:spPr>
        <p:txBody>
          <a:bodyPr/>
          <a:lstStyle/>
          <a:p>
            <a:r>
              <a:rPr lang="en-AU" dirty="0"/>
              <a:t>Corals as kin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78AAE-D0DA-216E-ED49-83EA233B9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349195"/>
            <a:ext cx="5143500" cy="2943577"/>
          </a:xfrm>
        </p:spPr>
        <p:txBody>
          <a:bodyPr/>
          <a:lstStyle/>
          <a:p>
            <a:endParaRPr lang="en-AU"/>
          </a:p>
        </p:txBody>
      </p:sp>
      <p:sp>
        <p:nvSpPr>
          <p:cNvPr id="6" name="AutoShape 2" descr="Pillar Corals Now Considered Critically Endangered - Frost Science">
            <a:extLst>
              <a:ext uri="{FF2B5EF4-FFF2-40B4-BE49-F238E27FC236}">
                <a16:creationId xmlns:a16="http://schemas.microsoft.com/office/drawing/2014/main" id="{D0BDADB9-549B-61ED-698D-E7AC9FEFA1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5943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AutoShape 4" descr="Pillar Corals Now Considered Critically Endangered - Frost Science">
            <a:extLst>
              <a:ext uri="{FF2B5EF4-FFF2-40B4-BE49-F238E27FC236}">
                <a16:creationId xmlns:a16="http://schemas.microsoft.com/office/drawing/2014/main" id="{750E042C-736C-A111-69F1-5234D7B5AD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6096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58CC332-3FA2-10B9-25FA-D517DCCD8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3353204"/>
            <a:ext cx="3581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34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Corals as kin</vt:lpstr>
    </vt:vector>
  </TitlesOfParts>
  <Company>The University of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Velloso</dc:creator>
  <cp:lastModifiedBy>Eduardo Velloso</cp:lastModifiedBy>
  <cp:revision>1</cp:revision>
  <dcterms:created xsi:type="dcterms:W3CDTF">2026-04-02T00:39:38Z</dcterms:created>
  <dcterms:modified xsi:type="dcterms:W3CDTF">2026-04-02T01:57:54Z</dcterms:modified>
</cp:coreProperties>
</file>